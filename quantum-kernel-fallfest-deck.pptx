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F2F6"/>
    <a:srgbClr val="1F43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29AEDD-C3BE-4F57-8304-74356F416829}" v="2" dt="2026-10-03T04:12:59.3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itya Singh" userId="791ce5ef424b8f7c" providerId="LiveId" clId="{17735D5D-CC76-4090-8BEB-341F3DBC5D9B}"/>
    <pc:docChg chg="undo custSel modSld">
      <pc:chgData name="Aditya Singh" userId="791ce5ef424b8f7c" providerId="LiveId" clId="{17735D5D-CC76-4090-8BEB-341F3DBC5D9B}" dt="2026-10-04T05:57:39.174" v="61" actId="20577"/>
      <pc:docMkLst>
        <pc:docMk/>
      </pc:docMkLst>
      <pc:sldChg chg="modSp mod">
        <pc:chgData name="Aditya Singh" userId="791ce5ef424b8f7c" providerId="LiveId" clId="{17735D5D-CC76-4090-8BEB-341F3DBC5D9B}" dt="2026-10-04T05:55:02.555" v="32" actId="20577"/>
        <pc:sldMkLst>
          <pc:docMk/>
          <pc:sldMk cId="0" sldId="257"/>
        </pc:sldMkLst>
        <pc:spChg chg="mod">
          <ac:chgData name="Aditya Singh" userId="791ce5ef424b8f7c" providerId="LiveId" clId="{17735D5D-CC76-4090-8BEB-341F3DBC5D9B}" dt="2026-10-04T05:55:02.555" v="32" actId="20577"/>
          <ac:spMkLst>
            <pc:docMk/>
            <pc:sldMk cId="0" sldId="257"/>
            <ac:spMk id="5" creationId="{00000000-0000-0000-0000-000000000000}"/>
          </ac:spMkLst>
        </pc:spChg>
      </pc:sldChg>
      <pc:sldChg chg="modSp mod">
        <pc:chgData name="Aditya Singh" userId="791ce5ef424b8f7c" providerId="LiveId" clId="{17735D5D-CC76-4090-8BEB-341F3DBC5D9B}" dt="2026-10-04T05:55:35.554" v="39" actId="20577"/>
        <pc:sldMkLst>
          <pc:docMk/>
          <pc:sldMk cId="0" sldId="258"/>
        </pc:sldMkLst>
        <pc:spChg chg="mod">
          <ac:chgData name="Aditya Singh" userId="791ce5ef424b8f7c" providerId="LiveId" clId="{17735D5D-CC76-4090-8BEB-341F3DBC5D9B}" dt="2026-10-04T05:55:22.922" v="36" actId="20577"/>
          <ac:spMkLst>
            <pc:docMk/>
            <pc:sldMk cId="0" sldId="258"/>
            <ac:spMk id="13" creationId="{00000000-0000-0000-0000-000000000000}"/>
          </ac:spMkLst>
        </pc:spChg>
        <pc:spChg chg="mod">
          <ac:chgData name="Aditya Singh" userId="791ce5ef424b8f7c" providerId="LiveId" clId="{17735D5D-CC76-4090-8BEB-341F3DBC5D9B}" dt="2026-10-04T05:55:35.554" v="39" actId="20577"/>
          <ac:spMkLst>
            <pc:docMk/>
            <pc:sldMk cId="0" sldId="258"/>
            <ac:spMk id="23" creationId="{00000000-0000-0000-0000-000000000000}"/>
          </ac:spMkLst>
        </pc:spChg>
        <pc:spChg chg="mod">
          <ac:chgData name="Aditya Singh" userId="791ce5ef424b8f7c" providerId="LiveId" clId="{17735D5D-CC76-4090-8BEB-341F3DBC5D9B}" dt="2026-10-03T04:12:59.319" v="29"/>
          <ac:spMkLst>
            <pc:docMk/>
            <pc:sldMk cId="0" sldId="258"/>
            <ac:spMk id="24" creationId="{00000000-0000-0000-0000-000000000000}"/>
          </ac:spMkLst>
        </pc:spChg>
      </pc:sldChg>
      <pc:sldChg chg="modSp mod">
        <pc:chgData name="Aditya Singh" userId="791ce5ef424b8f7c" providerId="LiveId" clId="{17735D5D-CC76-4090-8BEB-341F3DBC5D9B}" dt="2026-10-04T05:56:52.961" v="59" actId="255"/>
        <pc:sldMkLst>
          <pc:docMk/>
          <pc:sldMk cId="0" sldId="259"/>
        </pc:sldMkLst>
        <pc:spChg chg="mod">
          <ac:chgData name="Aditya Singh" userId="791ce5ef424b8f7c" providerId="LiveId" clId="{17735D5D-CC76-4090-8BEB-341F3DBC5D9B}" dt="2026-10-04T05:56:26.335" v="53" actId="255"/>
          <ac:spMkLst>
            <pc:docMk/>
            <pc:sldMk cId="0" sldId="259"/>
            <ac:spMk id="5" creationId="{00000000-0000-0000-0000-000000000000}"/>
          </ac:spMkLst>
        </pc:spChg>
        <pc:spChg chg="mod">
          <ac:chgData name="Aditya Singh" userId="791ce5ef424b8f7c" providerId="LiveId" clId="{17735D5D-CC76-4090-8BEB-341F3DBC5D9B}" dt="2026-10-04T05:56:30.812" v="54" actId="255"/>
          <ac:spMkLst>
            <pc:docMk/>
            <pc:sldMk cId="0" sldId="259"/>
            <ac:spMk id="8" creationId="{00000000-0000-0000-0000-000000000000}"/>
          </ac:spMkLst>
        </pc:spChg>
        <pc:spChg chg="mod">
          <ac:chgData name="Aditya Singh" userId="791ce5ef424b8f7c" providerId="LiveId" clId="{17735D5D-CC76-4090-8BEB-341F3DBC5D9B}" dt="2026-10-04T05:56:38.865" v="56" actId="255"/>
          <ac:spMkLst>
            <pc:docMk/>
            <pc:sldMk cId="0" sldId="259"/>
            <ac:spMk id="11" creationId="{00000000-0000-0000-0000-000000000000}"/>
          </ac:spMkLst>
        </pc:spChg>
        <pc:spChg chg="mod">
          <ac:chgData name="Aditya Singh" userId="791ce5ef424b8f7c" providerId="LiveId" clId="{17735D5D-CC76-4090-8BEB-341F3DBC5D9B}" dt="2026-10-04T05:56:43.326" v="57" actId="255"/>
          <ac:spMkLst>
            <pc:docMk/>
            <pc:sldMk cId="0" sldId="259"/>
            <ac:spMk id="14" creationId="{00000000-0000-0000-0000-000000000000}"/>
          </ac:spMkLst>
        </pc:spChg>
        <pc:spChg chg="mod">
          <ac:chgData name="Aditya Singh" userId="791ce5ef424b8f7c" providerId="LiveId" clId="{17735D5D-CC76-4090-8BEB-341F3DBC5D9B}" dt="2026-10-04T05:56:47.785" v="58" actId="255"/>
          <ac:spMkLst>
            <pc:docMk/>
            <pc:sldMk cId="0" sldId="259"/>
            <ac:spMk id="17" creationId="{00000000-0000-0000-0000-000000000000}"/>
          </ac:spMkLst>
        </pc:spChg>
        <pc:spChg chg="mod">
          <ac:chgData name="Aditya Singh" userId="791ce5ef424b8f7c" providerId="LiveId" clId="{17735D5D-CC76-4090-8BEB-341F3DBC5D9B}" dt="2026-10-04T05:56:52.961" v="59" actId="255"/>
          <ac:spMkLst>
            <pc:docMk/>
            <pc:sldMk cId="0" sldId="259"/>
            <ac:spMk id="20" creationId="{00000000-0000-0000-0000-000000000000}"/>
          </ac:spMkLst>
        </pc:spChg>
        <pc:spChg chg="mod">
          <ac:chgData name="Aditya Singh" userId="791ce5ef424b8f7c" providerId="LiveId" clId="{17735D5D-CC76-4090-8BEB-341F3DBC5D9B}" dt="2026-10-04T05:56:07.993" v="47" actId="14100"/>
          <ac:spMkLst>
            <pc:docMk/>
            <pc:sldMk cId="0" sldId="259"/>
            <ac:spMk id="21" creationId="{00000000-0000-0000-0000-000000000000}"/>
          </ac:spMkLst>
        </pc:spChg>
        <pc:spChg chg="mod">
          <ac:chgData name="Aditya Singh" userId="791ce5ef424b8f7c" providerId="LiveId" clId="{17735D5D-CC76-4090-8BEB-341F3DBC5D9B}" dt="2026-10-04T05:56:13.939" v="51" actId="20577"/>
          <ac:spMkLst>
            <pc:docMk/>
            <pc:sldMk cId="0" sldId="259"/>
            <ac:spMk id="22" creationId="{00000000-0000-0000-0000-000000000000}"/>
          </ac:spMkLst>
        </pc:spChg>
        <pc:spChg chg="mod">
          <ac:chgData name="Aditya Singh" userId="791ce5ef424b8f7c" providerId="LiveId" clId="{17735D5D-CC76-4090-8BEB-341F3DBC5D9B}" dt="2026-10-04T05:56:03.863" v="46" actId="1076"/>
          <ac:spMkLst>
            <pc:docMk/>
            <pc:sldMk cId="0" sldId="259"/>
            <ac:spMk id="23" creationId="{00000000-0000-0000-0000-000000000000}"/>
          </ac:spMkLst>
        </pc:spChg>
      </pc:sldChg>
      <pc:sldChg chg="addSp delSp modSp mod">
        <pc:chgData name="Aditya Singh" userId="791ce5ef424b8f7c" providerId="LiveId" clId="{17735D5D-CC76-4090-8BEB-341F3DBC5D9B}" dt="2026-10-03T04:12:21.863" v="26" actId="1076"/>
        <pc:sldMkLst>
          <pc:docMk/>
          <pc:sldMk cId="0" sldId="261"/>
        </pc:sldMkLst>
        <pc:spChg chg="mod">
          <ac:chgData name="Aditya Singh" userId="791ce5ef424b8f7c" providerId="LiveId" clId="{17735D5D-CC76-4090-8BEB-341F3DBC5D9B}" dt="2026-10-03T04:12:21.863" v="26" actId="1076"/>
          <ac:spMkLst>
            <pc:docMk/>
            <pc:sldMk cId="0" sldId="261"/>
            <ac:spMk id="2" creationId="{00000000-0000-0000-0000-000000000000}"/>
          </ac:spMkLst>
        </pc:spChg>
        <pc:spChg chg="mod">
          <ac:chgData name="Aditya Singh" userId="791ce5ef424b8f7c" providerId="LiveId" clId="{17735D5D-CC76-4090-8BEB-341F3DBC5D9B}" dt="2026-10-03T04:12:21.863" v="26" actId="1076"/>
          <ac:spMkLst>
            <pc:docMk/>
            <pc:sldMk cId="0" sldId="261"/>
            <ac:spMk id="3" creationId="{00000000-0000-0000-0000-000000000000}"/>
          </ac:spMkLst>
        </pc:spChg>
        <pc:spChg chg="mod">
          <ac:chgData name="Aditya Singh" userId="791ce5ef424b8f7c" providerId="LiveId" clId="{17735D5D-CC76-4090-8BEB-341F3DBC5D9B}" dt="2026-10-03T04:10:05.888" v="24" actId="20577"/>
          <ac:spMkLst>
            <pc:docMk/>
            <pc:sldMk cId="0" sldId="261"/>
            <ac:spMk id="4" creationId="{00000000-0000-0000-0000-000000000000}"/>
          </ac:spMkLst>
        </pc:spChg>
        <pc:spChg chg="add del">
          <ac:chgData name="Aditya Singh" userId="791ce5ef424b8f7c" providerId="LiveId" clId="{17735D5D-CC76-4090-8BEB-341F3DBC5D9B}" dt="2026-10-03T04:07:23.716" v="1" actId="11529"/>
          <ac:spMkLst>
            <pc:docMk/>
            <pc:sldMk cId="0" sldId="261"/>
            <ac:spMk id="21" creationId="{5DD1C1CD-96B0-006B-7943-22D3CC0DB5B2}"/>
          </ac:spMkLst>
        </pc:spChg>
        <pc:spChg chg="add del">
          <ac:chgData name="Aditya Singh" userId="791ce5ef424b8f7c" providerId="LiveId" clId="{17735D5D-CC76-4090-8BEB-341F3DBC5D9B}" dt="2026-10-03T04:07:39.371" v="3" actId="11529"/>
          <ac:spMkLst>
            <pc:docMk/>
            <pc:sldMk cId="0" sldId="261"/>
            <ac:spMk id="22" creationId="{09A0CF6E-BCAA-F2C3-D781-56FD91EF93F9}"/>
          </ac:spMkLst>
        </pc:spChg>
        <pc:spChg chg="add del mod">
          <ac:chgData name="Aditya Singh" userId="791ce5ef424b8f7c" providerId="LiveId" clId="{17735D5D-CC76-4090-8BEB-341F3DBC5D9B}" dt="2026-10-03T04:08:02.409" v="7" actId="11529"/>
          <ac:spMkLst>
            <pc:docMk/>
            <pc:sldMk cId="0" sldId="261"/>
            <ac:spMk id="23" creationId="{20FC7B30-85F6-8F2D-96B3-C0049C78BA12}"/>
          </ac:spMkLst>
        </pc:spChg>
        <pc:spChg chg="add del">
          <ac:chgData name="Aditya Singh" userId="791ce5ef424b8f7c" providerId="LiveId" clId="{17735D5D-CC76-4090-8BEB-341F3DBC5D9B}" dt="2026-10-03T04:08:15.122" v="9" actId="11529"/>
          <ac:spMkLst>
            <pc:docMk/>
            <pc:sldMk cId="0" sldId="261"/>
            <ac:spMk id="24" creationId="{595329ED-8DB4-5AE8-4315-464B56A83545}"/>
          </ac:spMkLst>
        </pc:spChg>
        <pc:spChg chg="add del">
          <ac:chgData name="Aditya Singh" userId="791ce5ef424b8f7c" providerId="LiveId" clId="{17735D5D-CC76-4090-8BEB-341F3DBC5D9B}" dt="2026-10-03T04:08:27.456" v="11" actId="11529"/>
          <ac:spMkLst>
            <pc:docMk/>
            <pc:sldMk cId="0" sldId="261"/>
            <ac:spMk id="25" creationId="{E1441DFD-2F4E-BEDE-DF04-6F4878C2816E}"/>
          </ac:spMkLst>
        </pc:spChg>
        <pc:spChg chg="add del">
          <ac:chgData name="Aditya Singh" userId="791ce5ef424b8f7c" providerId="LiveId" clId="{17735D5D-CC76-4090-8BEB-341F3DBC5D9B}" dt="2026-10-03T04:08:37.436" v="13" actId="11529"/>
          <ac:spMkLst>
            <pc:docMk/>
            <pc:sldMk cId="0" sldId="261"/>
            <ac:spMk id="26" creationId="{DF85977E-3241-012D-1395-FCAFE36DF90A}"/>
          </ac:spMkLst>
        </pc:spChg>
        <pc:spChg chg="add del mod">
          <ac:chgData name="Aditya Singh" userId="791ce5ef424b8f7c" providerId="LiveId" clId="{17735D5D-CC76-4090-8BEB-341F3DBC5D9B}" dt="2026-10-03T04:09:35.710" v="19"/>
          <ac:spMkLst>
            <pc:docMk/>
            <pc:sldMk cId="0" sldId="261"/>
            <ac:spMk id="27" creationId="{F36DE63A-4538-6AF4-01FD-E5D73C92B33D}"/>
          </ac:spMkLst>
        </pc:spChg>
        <pc:spChg chg="add del mod">
          <ac:chgData name="Aditya Singh" userId="791ce5ef424b8f7c" providerId="LiveId" clId="{17735D5D-CC76-4090-8BEB-341F3DBC5D9B}" dt="2026-10-03T04:09:35.710" v="19"/>
          <ac:spMkLst>
            <pc:docMk/>
            <pc:sldMk cId="0" sldId="261"/>
            <ac:spMk id="28" creationId="{DBC1CEF2-77CF-C68C-F0EF-15860A02CF19}"/>
          </ac:spMkLst>
        </pc:spChg>
        <pc:spChg chg="del mod">
          <ac:chgData name="Aditya Singh" userId="791ce5ef424b8f7c" providerId="LiveId" clId="{17735D5D-CC76-4090-8BEB-341F3DBC5D9B}" dt="2026-10-03T04:12:00.609" v="25" actId="478"/>
          <ac:spMkLst>
            <pc:docMk/>
            <pc:sldMk cId="0" sldId="261"/>
            <ac:spMk id="29" creationId="{2FE3EC3E-CACB-81C0-A184-1853E89AD880}"/>
          </ac:spMkLst>
        </pc:spChg>
        <pc:graphicFrameChg chg="mod">
          <ac:chgData name="Aditya Singh" userId="791ce5ef424b8f7c" providerId="LiveId" clId="{17735D5D-CC76-4090-8BEB-341F3DBC5D9B}" dt="2026-10-03T04:12:21.863" v="26" actId="1076"/>
          <ac:graphicFrameMkLst>
            <pc:docMk/>
            <pc:sldMk cId="0" sldId="261"/>
            <ac:graphicFrameMk id="7" creationId="{00000000-0000-0000-0000-000000000000}"/>
          </ac:graphicFrameMkLst>
        </pc:graphicFrameChg>
      </pc:sldChg>
      <pc:sldChg chg="modSp mod">
        <pc:chgData name="Aditya Singh" userId="791ce5ef424b8f7c" providerId="LiveId" clId="{17735D5D-CC76-4090-8BEB-341F3DBC5D9B}" dt="2026-10-04T05:57:39.174" v="61" actId="20577"/>
        <pc:sldMkLst>
          <pc:docMk/>
          <pc:sldMk cId="0" sldId="262"/>
        </pc:sldMkLst>
        <pc:spChg chg="mod">
          <ac:chgData name="Aditya Singh" userId="791ce5ef424b8f7c" providerId="LiveId" clId="{17735D5D-CC76-4090-8BEB-341F3DBC5D9B}" dt="2026-10-04T05:57:39.174" v="61" actId="20577"/>
          <ac:spMkLst>
            <pc:docMk/>
            <pc:sldMk cId="0" sldId="262"/>
            <ac:spMk id="1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7411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9011B78-4938-1A87-0124-3AA8423953B7}"/>
              </a:ext>
            </a:extLst>
          </p:cNvPr>
          <p:cNvSpPr/>
          <p:nvPr/>
        </p:nvSpPr>
        <p:spPr>
          <a:xfrm>
            <a:off x="0" y="3840480"/>
            <a:ext cx="2743200" cy="3017520"/>
          </a:xfrm>
          <a:custGeom>
            <a:avLst/>
            <a:gdLst>
              <a:gd name="csX0" fmla="*/ 457200 w 2743200"/>
              <a:gd name="csY0" fmla="*/ 0 h 3017520"/>
              <a:gd name="csX1" fmla="*/ 2743200 w 2743200"/>
              <a:gd name="csY1" fmla="*/ 2286000 h 3017520"/>
              <a:gd name="csX2" fmla="*/ 2640426 w 2743200"/>
              <a:gd name="csY2" fmla="*/ 2965787 h 3017520"/>
              <a:gd name="csX3" fmla="*/ 2621491 w 2743200"/>
              <a:gd name="csY3" fmla="*/ 3017520 h 3017520"/>
              <a:gd name="csX4" fmla="*/ 0 w 2743200"/>
              <a:gd name="csY4" fmla="*/ 3017520 h 3017520"/>
              <a:gd name="csX5" fmla="*/ 0 w 2743200"/>
              <a:gd name="csY5" fmla="*/ 45908 h 3017520"/>
              <a:gd name="csX6" fmla="*/ 223470 w 2743200"/>
              <a:gd name="csY6" fmla="*/ 11803 h 3017520"/>
              <a:gd name="csX7" fmla="*/ 457200 w 2743200"/>
              <a:gd name="csY7" fmla="*/ 0 h 30175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743200" h="3017520">
                <a:moveTo>
                  <a:pt x="457200" y="0"/>
                </a:moveTo>
                <a:cubicBezTo>
                  <a:pt x="1719723" y="0"/>
                  <a:pt x="2743200" y="1023477"/>
                  <a:pt x="2743200" y="2286000"/>
                </a:cubicBezTo>
                <a:cubicBezTo>
                  <a:pt x="2743200" y="2522723"/>
                  <a:pt x="2707219" y="2751042"/>
                  <a:pt x="2640426" y="2965787"/>
                </a:cubicBezTo>
                <a:lnTo>
                  <a:pt x="2621491" y="3017520"/>
                </a:lnTo>
                <a:lnTo>
                  <a:pt x="0" y="3017520"/>
                </a:lnTo>
                <a:lnTo>
                  <a:pt x="0" y="45908"/>
                </a:lnTo>
                <a:lnTo>
                  <a:pt x="223470" y="11803"/>
                </a:lnTo>
                <a:cubicBezTo>
                  <a:pt x="300318" y="3998"/>
                  <a:pt x="378292" y="0"/>
                  <a:pt x="457200" y="0"/>
                </a:cubicBezTo>
                <a:close/>
              </a:path>
            </a:pathLst>
          </a:custGeom>
          <a:solidFill>
            <a:srgbClr val="1F436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22960" y="4617720"/>
            <a:ext cx="2011680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9F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QISKIT FALL FEST 2026 · MPSTME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0312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Quantum Kernel Classification</a:t>
            </a:r>
            <a:endParaRPr lang="en-US" sz="4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Real IBM Hardware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977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Track: Quantum Machine Learning Challenge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8463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Singh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M.Sc. Applied Physics, Amity University Lucknow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9F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github.com/aditya5ingh7019/quantum-kernel-classification-ibm</a:t>
            </a:r>
            <a:endParaRPr lang="en-US" sz="130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F6668A2-0265-D7DC-8D7D-191F4FBFDA61}"/>
              </a:ext>
            </a:extLst>
          </p:cNvPr>
          <p:cNvSpPr/>
          <p:nvPr/>
        </p:nvSpPr>
        <p:spPr>
          <a:xfrm>
            <a:off x="8778240" y="0"/>
            <a:ext cx="3413760" cy="3840480"/>
          </a:xfrm>
          <a:custGeom>
            <a:avLst/>
            <a:gdLst>
              <a:gd name="csX0" fmla="*/ 229786 w 3413760"/>
              <a:gd name="csY0" fmla="*/ 0 h 3840480"/>
              <a:gd name="csX1" fmla="*/ 3413760 w 3413760"/>
              <a:gd name="csY1" fmla="*/ 0 h 3840480"/>
              <a:gd name="csX2" fmla="*/ 3413760 w 3413760"/>
              <a:gd name="csY2" fmla="*/ 3754482 h 3840480"/>
              <a:gd name="csX3" fmla="*/ 3296051 w 3413760"/>
              <a:gd name="csY3" fmla="*/ 3784748 h 3840480"/>
              <a:gd name="csX4" fmla="*/ 2743200 w 3413760"/>
              <a:gd name="csY4" fmla="*/ 3840480 h 3840480"/>
              <a:gd name="csX5" fmla="*/ 0 w 3413760"/>
              <a:gd name="csY5" fmla="*/ 1097280 h 3840480"/>
              <a:gd name="csX6" fmla="*/ 215574 w 3413760"/>
              <a:gd name="csY6" fmla="*/ 29503 h 38404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413760" h="3840480">
                <a:moveTo>
                  <a:pt x="229786" y="0"/>
                </a:moveTo>
                <a:lnTo>
                  <a:pt x="3413760" y="0"/>
                </a:lnTo>
                <a:lnTo>
                  <a:pt x="3413760" y="3754482"/>
                </a:lnTo>
                <a:lnTo>
                  <a:pt x="3296051" y="3784748"/>
                </a:lnTo>
                <a:cubicBezTo>
                  <a:pt x="3117475" y="3821290"/>
                  <a:pt x="2932578" y="3840480"/>
                  <a:pt x="2743200" y="3840480"/>
                </a:cubicBezTo>
                <a:cubicBezTo>
                  <a:pt x="1228172" y="3840480"/>
                  <a:pt x="0" y="2612308"/>
                  <a:pt x="0" y="1097280"/>
                </a:cubicBezTo>
                <a:cubicBezTo>
                  <a:pt x="0" y="718523"/>
                  <a:pt x="76761" y="357695"/>
                  <a:pt x="215574" y="29503"/>
                </a:cubicBezTo>
                <a:close/>
              </a:path>
            </a:pathLst>
          </a:custGeom>
          <a:solidFill>
            <a:srgbClr val="1F436F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UNDERSTANDING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a quantum kernel actually beat a classical one?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297680"/>
          </a:xfrm>
          <a:prstGeom prst="roundRect">
            <a:avLst>
              <a:gd name="adj" fmla="val 1702"/>
            </a:avLst>
          </a:prstGeom>
          <a:solidFill>
            <a:srgbClr val="EAF2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920240"/>
            <a:ext cx="6035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
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parameterized quantum circuit maps classical data into a quantum Hilbert space. Measuring state overlaps between two mapped points defines a kernel function — fed into a classical SVM.
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 question
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quantum feature maps encode similarity structure that's classically hard to compute. Whether that becomes a practical edge on real, small tabular datasets is actively debated, not assumed.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98080" y="1645920"/>
            <a:ext cx="4114800" cy="4297680"/>
          </a:xfrm>
          <a:prstGeom prst="roundRect">
            <a:avLst>
              <a:gd name="adj" fmla="val 1778"/>
            </a:avLst>
          </a:prstGeom>
          <a:solidFill>
            <a:srgbClr val="21295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9F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0" y="224028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method end-to-end and tests the claim honestly on a simulator AND real IBM hardware, against a classical baseline.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72400" y="3931920"/>
            <a:ext cx="329184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0" y="3931920"/>
            <a:ext cx="38404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9F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</a:t>
            </a:r>
            <a:r>
              <a:rPr lang="en-US" sz="160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 breast_cancer, 4 QUBO-selected features
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9F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Qubits: </a:t>
            </a:r>
            <a:r>
              <a:rPr lang="en-US" sz="160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(one per feature)
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9F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Hardware: </a:t>
            </a:r>
            <a:r>
              <a:rPr lang="en-US" sz="160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ibm_marrakesh (Qiskit Runtime)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APPROACH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4-qubit, ZZFeatureMap-inspired kernel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EAF2F6"/>
          </a:solidFill>
          <a:ln w="19050">
            <a:solidFill>
              <a:srgbClr val="EAF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7432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15468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feature → RZ rotation after a Hadamard on its own qubit, scaled to [0, π].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74720" y="182880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9050">
            <a:solidFill>
              <a:srgbClr val="EAF2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03320" y="20574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70332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27432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Entangle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315468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Adjacent qubits linked via CNOT–RZ–CNOT, angle set by the product of the two features,  non-classical pairwise interaction.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0" y="182880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EAF2F6"/>
          </a:solidFill>
          <a:ln w="19050">
            <a:solidFill>
              <a:srgbClr val="EAF2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29400" y="20574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2940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0" y="27432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315468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feature map for x₁, then the inverse feature map for x₂; measure the all-zeros probability.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326880" y="182880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9050">
            <a:solidFill>
              <a:srgbClr val="EAF2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555480" y="20574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55548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9509760" y="27432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value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509760" y="315468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probability equals |⟨φ(x₂)|φ(x₁)⟩|², the kernel entry used by the SVM.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4406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 upstream: 4 features chosen via a redundancy-aware QUBO (mutual-information relevance-correlation penalty), not selected arbitrarily.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QISKIT IMPLEMENTATION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pipeline, simulator → real hardware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783080" cy="1371600"/>
          </a:xfrm>
          <a:prstGeom prst="roundRect">
            <a:avLst>
              <a:gd name="adj" fmla="val 4667"/>
            </a:avLst>
          </a:prstGeom>
          <a:solidFill>
            <a:srgbClr val="2129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" y="1874520"/>
            <a:ext cx="16367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kernel</a:t>
            </a:r>
            <a:endParaRPr lang="en-US" sz="14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</a:t>
            </a:r>
            <a:endParaRPr lang="en-US" sz="14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(PennyLane)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441448" y="1874520"/>
            <a:ext cx="1783080" cy="1371600"/>
          </a:xfrm>
          <a:prstGeom prst="roundRect">
            <a:avLst>
              <a:gd name="adj" fmla="val 4667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514600" y="1874520"/>
            <a:ext cx="16367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train/train</a:t>
            </a:r>
            <a:endParaRPr lang="en-US" sz="13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test/train</a:t>
            </a:r>
            <a:endParaRPr lang="en-US" sz="13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matrices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34256" y="1874520"/>
            <a:ext cx="1783080" cy="1371600"/>
          </a:xfrm>
          <a:prstGeom prst="roundRect">
            <a:avLst>
              <a:gd name="adj" fmla="val 4667"/>
            </a:avLst>
          </a:prstGeom>
          <a:solidFill>
            <a:srgbClr val="21295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07408" y="1874520"/>
            <a:ext cx="16367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SVC</a:t>
            </a:r>
            <a:endParaRPr lang="en-US" sz="14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(kernel=</a:t>
            </a:r>
            <a:endParaRPr lang="en-US" sz="14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'precomputed')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27064" y="1874520"/>
            <a:ext cx="1783080" cy="1371600"/>
          </a:xfrm>
          <a:prstGeom prst="roundRect">
            <a:avLst>
              <a:gd name="adj" fmla="val 4667"/>
            </a:avLst>
          </a:prstGeom>
          <a:solidFill>
            <a:srgbClr val="21295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00216" y="1874520"/>
            <a:ext cx="16367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classical</a:t>
            </a:r>
            <a:endParaRPr lang="en-US" sz="14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SVC (RBF)</a:t>
            </a:r>
            <a:endParaRPr lang="en-US" sz="14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comparison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19872" y="1874520"/>
            <a:ext cx="1783080" cy="1371600"/>
          </a:xfrm>
          <a:prstGeom prst="roundRect">
            <a:avLst>
              <a:gd name="adj" fmla="val 4667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193024" y="1874520"/>
            <a:ext cx="16367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on</a:t>
            </a:r>
            <a:endParaRPr lang="en-US" sz="14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ibm_marrakesh</a:t>
            </a:r>
            <a:endParaRPr lang="en-US" sz="14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(SamplerV2)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0012680" y="1874520"/>
            <a:ext cx="1783080" cy="1371600"/>
          </a:xfrm>
          <a:prstGeom prst="roundRect">
            <a:avLst>
              <a:gd name="adj" fmla="val 4667"/>
            </a:avLst>
          </a:prstGeom>
          <a:solidFill>
            <a:srgbClr val="1C729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085832" y="1874520"/>
            <a:ext cx="16367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w/</a:t>
            </a:r>
            <a:endParaRPr lang="en-US" sz="14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dynamical</a:t>
            </a:r>
            <a:endParaRPr lang="en-US" sz="14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decoupling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3657600"/>
            <a:ext cx="11064240" cy="2542032"/>
          </a:xfrm>
          <a:prstGeom prst="roundRect">
            <a:avLst>
              <a:gd name="adj" fmla="val 3137"/>
            </a:avLst>
          </a:prstGeom>
          <a:solidFill>
            <a:srgbClr val="EAF2F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2960" y="3840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DETAILS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4245151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access: </a:t>
            </a:r>
            <a:r>
              <a:rPr lang="en-US" sz="15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qiskit-ibm-runtime via qiskit.remote (PennyLane-Qiskit) in job mode, IBM's free Open Plan blocks session mode.
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</a:t>
            </a:r>
            <a:r>
              <a:rPr lang="en-US" sz="15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ibm_marrakesh, authenticated via QiskitRuntimeService.
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suppression tested: </a:t>
            </a:r>
            <a:r>
              <a:rPr lang="en-US" sz="15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SamplerV2 dynamical decoupling (dynamical_decoupling.enable = True).
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</a:t>
            </a:r>
            <a:r>
              <a:rPr lang="en-US" sz="15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github.com/aditya5ingh7019/quantum-kernel-classification-</a:t>
            </a:r>
            <a:r>
              <a:rPr lang="en-US" sz="1500" dirty="0" err="1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</a:t>
            </a:r>
            <a:r>
              <a:rPr lang="en-US" sz="15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runnable end-to-end.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FD852C08-6134-8975-DBF6-37443071108E}"/>
              </a:ext>
            </a:extLst>
          </p:cNvPr>
          <p:cNvSpPr/>
          <p:nvPr/>
        </p:nvSpPr>
        <p:spPr>
          <a:xfrm>
            <a:off x="2152536" y="2480553"/>
            <a:ext cx="486383" cy="175098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78064A23-15D1-594E-2CAA-4C7C68168F81}"/>
              </a:ext>
            </a:extLst>
          </p:cNvPr>
          <p:cNvSpPr/>
          <p:nvPr/>
        </p:nvSpPr>
        <p:spPr>
          <a:xfrm>
            <a:off x="4017912" y="2480553"/>
            <a:ext cx="486383" cy="175098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C61E885A-6348-4655-61F7-79E3726D0193}"/>
              </a:ext>
            </a:extLst>
          </p:cNvPr>
          <p:cNvSpPr/>
          <p:nvPr/>
        </p:nvSpPr>
        <p:spPr>
          <a:xfrm>
            <a:off x="5910721" y="2472771"/>
            <a:ext cx="486383" cy="175098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89931D7A-04EC-0CF6-0864-C780E264F959}"/>
              </a:ext>
            </a:extLst>
          </p:cNvPr>
          <p:cNvSpPr/>
          <p:nvPr/>
        </p:nvSpPr>
        <p:spPr>
          <a:xfrm>
            <a:off x="7807614" y="2511682"/>
            <a:ext cx="486383" cy="175098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AD10B23D-850E-5265-0D6C-E20396800B08}"/>
              </a:ext>
            </a:extLst>
          </p:cNvPr>
          <p:cNvSpPr/>
          <p:nvPr/>
        </p:nvSpPr>
        <p:spPr>
          <a:xfrm>
            <a:off x="9704507" y="2501955"/>
            <a:ext cx="486383" cy="175098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SIMULATOR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Quantum kernel vs. classical RBF baseline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SAME 4 FEATURES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Kernel SVM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017520" y="2176272"/>
            <a:ext cx="6400800" cy="310896"/>
          </a:xfrm>
          <a:prstGeom prst="roundRect">
            <a:avLst>
              <a:gd name="adj" fmla="val 11765"/>
            </a:avLst>
          </a:prstGeom>
          <a:solidFill>
            <a:srgbClr val="EAF2F6"/>
          </a:solidFill>
          <a:ln/>
        </p:spPr>
      </p:sp>
      <p:sp>
        <p:nvSpPr>
          <p:cNvPr id="7" name="Shape 5"/>
          <p:cNvSpPr/>
          <p:nvPr/>
        </p:nvSpPr>
        <p:spPr>
          <a:xfrm>
            <a:off x="3017520" y="2176272"/>
            <a:ext cx="5764560" cy="310896"/>
          </a:xfrm>
          <a:prstGeom prst="roundRect">
            <a:avLst>
              <a:gd name="adj" fmla="val 11765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555480" y="2103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90.06%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743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RBF SVM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017520" y="2816352"/>
            <a:ext cx="6400800" cy="310896"/>
          </a:xfrm>
          <a:prstGeom prst="roundRect">
            <a:avLst>
              <a:gd name="adj" fmla="val 11765"/>
            </a:avLst>
          </a:prstGeom>
          <a:solidFill>
            <a:srgbClr val="EAF2F6"/>
          </a:solidFill>
          <a:ln/>
        </p:spPr>
      </p:sp>
      <p:sp>
        <p:nvSpPr>
          <p:cNvPr id="11" name="Shape 9"/>
          <p:cNvSpPr/>
          <p:nvPr/>
        </p:nvSpPr>
        <p:spPr>
          <a:xfrm>
            <a:off x="3017520" y="2816352"/>
            <a:ext cx="6064118" cy="310896"/>
          </a:xfrm>
          <a:prstGeom prst="roundRect">
            <a:avLst>
              <a:gd name="adj" fmla="val 11765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555480" y="2743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94.74%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566160"/>
            <a:ext cx="11064240" cy="2286000"/>
          </a:xfrm>
          <a:prstGeom prst="roundRect">
            <a:avLst>
              <a:gd name="adj" fmla="val 3200"/>
            </a:avLst>
          </a:prstGeom>
          <a:solidFill>
            <a:srgbClr val="21295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3749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50" dirty="0">
                <a:solidFill>
                  <a:srgbClr val="9F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THIS HONESTLY</a:t>
            </a:r>
            <a:endParaRPr lang="en-US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069080"/>
            <a:ext cx="10424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classical kernel won here. That's a well-documented pattern in current QML research: small tabular datasets rarely have the structure that gives quantum kernels a computational edge over mature classical kernels. Reported as an honest, informative finding, not reframed as a hidden success.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85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REAL HARDWARE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7840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Noise study on ibm_marrakesh (200 shots/pair)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4673878"/>
              </p:ext>
            </p:extLst>
          </p:nvPr>
        </p:nvGraphicFramePr>
        <p:xfrm>
          <a:off x="548640" y="2011680"/>
          <a:ext cx="6126480" cy="27432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7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7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79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(truth)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HW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HW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DD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(163, 57)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(6, 379)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(70, 125)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(57, 71)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0.0046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(26, 346)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0.3536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949440" y="1691640"/>
            <a:ext cx="4663440" cy="4297680"/>
          </a:xfrm>
          <a:prstGeom prst="roundRect">
            <a:avLst>
              <a:gd name="adj" fmla="val 1702"/>
            </a:avLst>
          </a:prstGeom>
          <a:solidFill>
            <a:srgbClr val="EAF2F6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223760" y="1874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1C7293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WHAT THE NUMBERS SHOW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4"/>
          <p:cNvSpPr txBox="1"/>
          <p:nvPr/>
        </p:nvSpPr>
        <p:spPr>
          <a:xfrm>
            <a:off x="7223760" y="2194560"/>
            <a:ext cx="4114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Real hardware deviates measurably from simulator truth; larger pairs show larger absolute drift (more coherent info exposed to decoherence).
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Dynamical decoupling (DD): </a:t>
            </a: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improved 2/5 pairs, no effect on 1/5, </a:t>
            </a:r>
            <a:r>
              <a: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worsened 2/5,</a:t>
            </a: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including the largest pair (0.3550 → 0.2700 vs. true 0.3536).
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4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DD targets idle-qubit dephasing only, not gate errors or shot noise. A mixed result is the expected, honest outcome, not a failed experiment.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F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stands and what's next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611880" cy="4114800"/>
          </a:xfrm>
          <a:prstGeom prst="roundRect">
            <a:avLst>
              <a:gd name="adj" fmla="val 2025"/>
            </a:avLst>
          </a:prstGeom>
          <a:solidFill>
            <a:srgbClr val="065A82">
              <a:alpha val="75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1488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F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51760"/>
            <a:ext cx="31546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QUBO feature selection feeding the quantum map, not arbitrary features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validation: simulator + real hardware, not sim-only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Mixed/negative results reported transparently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0" y="1920240"/>
            <a:ext cx="3611880" cy="4114800"/>
          </a:xfrm>
          <a:prstGeom prst="roundRect">
            <a:avLst>
              <a:gd name="adj" fmla="val 2025"/>
            </a:avLst>
          </a:prstGeom>
          <a:solidFill>
            <a:srgbClr val="065A82">
              <a:alpha val="75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26280" y="21488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F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651760"/>
            <a:ext cx="31546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pairs × </a:t>
            </a:r>
            <a:r>
              <a:rPr lang="en-US" sz="140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shots 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 by free-tier QPU minutes</a:t>
            </a:r>
            <a:endParaRPr lang="en-US" sz="1400" dirty="0">
              <a:solidFill>
                <a:schemeClr val="bg1"/>
              </a:solidFill>
            </a:endParaRPr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DD tested; no readout error mitigation (EstimatorV2)</a:t>
            </a:r>
            <a:endParaRPr lang="en-US" sz="1400" dirty="0">
              <a:solidFill>
                <a:schemeClr val="bg1"/>
              </a:solidFill>
            </a:endParaRPr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dataset, single feature-map design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8046720" y="1920240"/>
            <a:ext cx="3611880" cy="4114800"/>
          </a:xfrm>
          <a:prstGeom prst="roundRect">
            <a:avLst>
              <a:gd name="adj" fmla="val 2025"/>
            </a:avLst>
          </a:prstGeom>
          <a:solidFill>
            <a:srgbClr val="065A82">
              <a:alpha val="75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75320" y="21488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F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275320" y="2651760"/>
            <a:ext cx="31546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EstimatorV2 readout mitigation for fuller comparison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shots/samples to isolate shot noise from decoherence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entanglement structures and depths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263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github.com/aditya5ingh7019/quantum-kernel-classification-ibm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762</Words>
  <Application>Microsoft Office PowerPoint</Application>
  <PresentationFormat>Widescreen</PresentationFormat>
  <Paragraphs>127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Aditya Singh</cp:lastModifiedBy>
  <cp:revision>2</cp:revision>
  <dcterms:created xsi:type="dcterms:W3CDTF">2026-10-02T11:35:35Z</dcterms:created>
  <dcterms:modified xsi:type="dcterms:W3CDTF">2026-10-04T05:57:47Z</dcterms:modified>
</cp:coreProperties>
</file>